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52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19261FF-C337-4A08-A217-10FA42197565}" type="datetimeFigureOut">
              <a:rPr lang="en-US" smtClean="0"/>
              <a:t>02/01/2026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4AEB81-9436-43BB-BEE9-FD89BB48FFEF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19261FF-C337-4A08-A217-10FA42197565}" type="datetimeFigureOut">
              <a:rPr lang="en-US" smtClean="0"/>
              <a:t>02/01/2026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4AEB81-9436-43BB-BEE9-FD89BB48FF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19261FF-C337-4A08-A217-10FA42197565}" type="datetimeFigureOut">
              <a:rPr lang="en-US" smtClean="0"/>
              <a:t>02/01/2026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4AEB81-9436-43BB-BEE9-FD89BB48FFE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19261FF-C337-4A08-A217-10FA42197565}" type="datetimeFigureOut">
              <a:rPr lang="en-US" smtClean="0"/>
              <a:t>02/01/2026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4AEB81-9436-43BB-BEE9-FD89BB48FF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19261FF-C337-4A08-A217-10FA42197565}" type="datetimeFigureOut">
              <a:rPr lang="en-US" smtClean="0"/>
              <a:t>02/01/2026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4AEB81-9436-43BB-BEE9-FD89BB48FFE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19261FF-C337-4A08-A217-10FA42197565}" type="datetimeFigureOut">
              <a:rPr lang="en-US" smtClean="0"/>
              <a:t>02/01/2026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4AEB81-9436-43BB-BEE9-FD89BB48FF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19261FF-C337-4A08-A217-10FA42197565}" type="datetimeFigureOut">
              <a:rPr lang="en-US" smtClean="0"/>
              <a:t>02/01/2026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4AEB81-9436-43BB-BEE9-FD89BB48FF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19261FF-C337-4A08-A217-10FA42197565}" type="datetimeFigureOut">
              <a:rPr lang="en-US" smtClean="0"/>
              <a:t>02/01/2026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4AEB81-9436-43BB-BEE9-FD89BB48FF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219261FF-C337-4A08-A217-10FA42197565}" type="datetimeFigureOut">
              <a:rPr lang="en-US" smtClean="0"/>
              <a:t>02/01/2026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624AEB81-9436-43BB-BEE9-FD89BB48FF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19261FF-C337-4A08-A217-10FA42197565}" type="datetimeFigureOut">
              <a:rPr lang="en-US" smtClean="0"/>
              <a:t>02/01/2026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4AEB81-9436-43BB-BEE9-FD89BB48FF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19261FF-C337-4A08-A217-10FA42197565}" type="datetimeFigureOut">
              <a:rPr lang="en-US" smtClean="0"/>
              <a:t>02/01/2026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4AEB81-9436-43BB-BEE9-FD89BB48FF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219261FF-C337-4A08-A217-10FA42197565}" type="datetimeFigureOut">
              <a:rPr lang="en-US" smtClean="0"/>
              <a:t>02/01/2026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624AEB81-9436-43BB-BEE9-FD89BB48FFE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85800"/>
            <a:ext cx="7772400" cy="5632704"/>
          </a:xfrm>
        </p:spPr>
        <p:txBody>
          <a:bodyPr/>
          <a:lstStyle/>
          <a:p>
            <a:r>
              <a:rPr lang="en-US" u="sng" dirty="0" smtClean="0"/>
              <a:t>  MONEY CHANGER MACHINE</a:t>
            </a:r>
            <a:endParaRPr lang="en-US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600200"/>
            <a:ext cx="7772400" cy="1219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 smart solution for currency exchange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Business planning presentation</a:t>
            </a: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38800" y="4724400"/>
            <a:ext cx="3505200" cy="21336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Name :-Shivani</a:t>
            </a:r>
            <a:r>
              <a:rPr lang="en-US" dirty="0"/>
              <a:t> M</a:t>
            </a:r>
            <a:r>
              <a:rPr lang="en-US" dirty="0" smtClean="0"/>
              <a:t>ali</a:t>
            </a:r>
          </a:p>
          <a:p>
            <a:pPr algn="ctr"/>
            <a:r>
              <a:rPr lang="en-US" dirty="0" smtClean="0"/>
              <a:t>College name:- Sangameshwar college solapur </a:t>
            </a:r>
          </a:p>
          <a:p>
            <a:pPr algn="ctr"/>
            <a:r>
              <a:rPr lang="en-US" dirty="0" smtClean="0"/>
              <a:t>Class:-Bsc-(ECS)-ll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Identification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Difficuilty in getting exact change</a:t>
            </a:r>
          </a:p>
          <a:p>
            <a:r>
              <a:rPr lang="en-US" dirty="0" smtClean="0"/>
              <a:t>Long queues in banks </a:t>
            </a:r>
          </a:p>
          <a:p>
            <a:r>
              <a:rPr lang="en-US" dirty="0" smtClean="0"/>
              <a:t>Shops lack small denominations</a:t>
            </a:r>
          </a:p>
          <a:p>
            <a:r>
              <a:rPr lang="en-US" dirty="0" smtClean="0"/>
              <a:t>Time –consuming exchange process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ATM based money changer machine</a:t>
            </a:r>
          </a:p>
          <a:p>
            <a:r>
              <a:rPr lang="en-US" dirty="0" smtClean="0"/>
              <a:t>24x7 availability</a:t>
            </a:r>
          </a:p>
          <a:p>
            <a:r>
              <a:rPr lang="en-US" dirty="0" smtClean="0"/>
              <a:t>Fast and secure </a:t>
            </a:r>
          </a:p>
          <a:p>
            <a:r>
              <a:rPr lang="en-US" dirty="0" smtClean="0"/>
              <a:t>Easy denomination selection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 anchor="ctr">
            <a:normAutofit fontScale="90000"/>
          </a:bodyPr>
          <a:lstStyle/>
          <a:p>
            <a:r>
              <a:rPr lang="en-US" dirty="0" smtClean="0"/>
              <a:t>       Working process </a:t>
            </a:r>
            <a:endParaRPr lang="en-US" dirty="0"/>
          </a:p>
        </p:txBody>
      </p:sp>
      <p:pic>
        <p:nvPicPr>
          <p:cNvPr id="56" name="Content Placeholder 55" descr="IMG_20260102_16343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338255" y="6400800"/>
            <a:ext cx="153680" cy="101200"/>
          </a:xfrm>
        </p:spPr>
      </p:pic>
      <p:sp>
        <p:nvSpPr>
          <p:cNvPr id="7" name="Rectangle 6"/>
          <p:cNvSpPr/>
          <p:nvPr/>
        </p:nvSpPr>
        <p:spPr>
          <a:xfrm>
            <a:off x="3429000" y="914400"/>
            <a:ext cx="1752600" cy="3048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505200" y="1524000"/>
            <a:ext cx="1600200" cy="381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Insert card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505200" y="2286000"/>
            <a:ext cx="1676400" cy="3048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Enter PIN </a:t>
            </a:r>
            <a:endParaRPr lang="en-US" dirty="0"/>
          </a:p>
        </p:txBody>
      </p:sp>
      <p:sp>
        <p:nvSpPr>
          <p:cNvPr id="10" name="Diamond 9"/>
          <p:cNvSpPr/>
          <p:nvPr/>
        </p:nvSpPr>
        <p:spPr>
          <a:xfrm>
            <a:off x="3429000" y="2819400"/>
            <a:ext cx="1752600" cy="990600"/>
          </a:xfrm>
          <a:prstGeom prst="diamon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PIN correct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248400" y="3352800"/>
            <a:ext cx="1981200" cy="3810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Invalid PIN 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429000" y="4191000"/>
            <a:ext cx="1752600" cy="3048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Enter amount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200400" y="4876800"/>
            <a:ext cx="2209800" cy="3048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Select denomination</a:t>
            </a:r>
            <a:endParaRPr lang="en-US" dirty="0"/>
          </a:p>
        </p:txBody>
      </p:sp>
      <p:sp>
        <p:nvSpPr>
          <p:cNvPr id="14" name="Right Arrow 13"/>
          <p:cNvSpPr/>
          <p:nvPr/>
        </p:nvSpPr>
        <p:spPr>
          <a:xfrm>
            <a:off x="5334000" y="3429000"/>
            <a:ext cx="762000" cy="152400"/>
          </a:xfrm>
          <a:prstGeom prst="rightArrow">
            <a:avLst/>
          </a:prstGeom>
          <a:solidFill>
            <a:srgbClr val="00206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486400" y="3048000"/>
            <a:ext cx="609600" cy="228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No 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0" name="Down Arrow 19"/>
          <p:cNvSpPr/>
          <p:nvPr/>
        </p:nvSpPr>
        <p:spPr>
          <a:xfrm>
            <a:off x="4267200" y="1219200"/>
            <a:ext cx="76200" cy="228600"/>
          </a:xfrm>
          <a:prstGeom prst="downArrow">
            <a:avLst/>
          </a:prstGeom>
          <a:solidFill>
            <a:srgbClr val="00206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>
            <a:off x="4267200" y="1905000"/>
            <a:ext cx="45719" cy="304800"/>
          </a:xfrm>
          <a:prstGeom prst="downArrow">
            <a:avLst/>
          </a:prstGeom>
          <a:solidFill>
            <a:srgbClr val="00206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4267200" y="2590800"/>
            <a:ext cx="76200" cy="304800"/>
          </a:xfrm>
          <a:prstGeom prst="downArrow">
            <a:avLst/>
          </a:prstGeom>
          <a:solidFill>
            <a:srgbClr val="00206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/>
          <p:cNvSpPr/>
          <p:nvPr/>
        </p:nvSpPr>
        <p:spPr>
          <a:xfrm flipH="1">
            <a:off x="4267200" y="3886200"/>
            <a:ext cx="45719" cy="228600"/>
          </a:xfrm>
          <a:prstGeom prst="downArrow">
            <a:avLst/>
          </a:prstGeom>
          <a:solidFill>
            <a:srgbClr val="00206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>
            <a:off x="4267200" y="4495800"/>
            <a:ext cx="76200" cy="304800"/>
          </a:xfrm>
          <a:prstGeom prst="downArrow">
            <a:avLst/>
          </a:prstGeom>
          <a:solidFill>
            <a:srgbClr val="00206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iamond 24"/>
          <p:cNvSpPr/>
          <p:nvPr/>
        </p:nvSpPr>
        <p:spPr>
          <a:xfrm>
            <a:off x="3200400" y="5410200"/>
            <a:ext cx="2209800" cy="685800"/>
          </a:xfrm>
          <a:prstGeom prst="diamon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Sufficient cash?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4495800" y="3810000"/>
            <a:ext cx="685800" cy="228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27" name="Down Arrow 26"/>
          <p:cNvSpPr/>
          <p:nvPr/>
        </p:nvSpPr>
        <p:spPr>
          <a:xfrm>
            <a:off x="4267200" y="5181600"/>
            <a:ext cx="45719" cy="152400"/>
          </a:xfrm>
          <a:prstGeom prst="downArrow">
            <a:avLst/>
          </a:prstGeom>
          <a:solidFill>
            <a:srgbClr val="00206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/>
          <p:cNvSpPr/>
          <p:nvPr/>
        </p:nvSpPr>
        <p:spPr>
          <a:xfrm>
            <a:off x="4267200" y="6096000"/>
            <a:ext cx="45719" cy="152400"/>
          </a:xfrm>
          <a:prstGeom prst="downArrow">
            <a:avLst/>
          </a:prstGeom>
          <a:solidFill>
            <a:srgbClr val="00206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3429000" y="6324600"/>
            <a:ext cx="1752600" cy="3048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Dispense notes</a:t>
            </a:r>
            <a:endParaRPr lang="en-US" dirty="0"/>
          </a:p>
        </p:txBody>
      </p:sp>
      <p:sp>
        <p:nvSpPr>
          <p:cNvPr id="30" name="Down Arrow 29"/>
          <p:cNvSpPr/>
          <p:nvPr/>
        </p:nvSpPr>
        <p:spPr>
          <a:xfrm>
            <a:off x="1600200" y="4343400"/>
            <a:ext cx="152400" cy="381000"/>
          </a:xfrm>
          <a:prstGeom prst="downArrow">
            <a:avLst/>
          </a:prstGeom>
          <a:solidFill>
            <a:srgbClr val="00206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990600" y="4800600"/>
            <a:ext cx="1447800" cy="3048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Print receipt</a:t>
            </a:r>
            <a:endParaRPr lang="en-US" dirty="0"/>
          </a:p>
        </p:txBody>
      </p:sp>
      <p:sp>
        <p:nvSpPr>
          <p:cNvPr id="32" name="Down Arrow 31"/>
          <p:cNvSpPr/>
          <p:nvPr/>
        </p:nvSpPr>
        <p:spPr>
          <a:xfrm>
            <a:off x="1600200" y="5181600"/>
            <a:ext cx="121919" cy="381000"/>
          </a:xfrm>
          <a:prstGeom prst="downArrow">
            <a:avLst/>
          </a:prstGeom>
          <a:solidFill>
            <a:srgbClr val="002060"/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143000" y="5638800"/>
            <a:ext cx="1066800" cy="3048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End </a:t>
            </a:r>
            <a:endParaRPr lang="en-US" dirty="0"/>
          </a:p>
        </p:txBody>
      </p:sp>
      <p:sp>
        <p:nvSpPr>
          <p:cNvPr id="42" name="Right Arrow 41"/>
          <p:cNvSpPr/>
          <p:nvPr/>
        </p:nvSpPr>
        <p:spPr>
          <a:xfrm>
            <a:off x="5486400" y="5638800"/>
            <a:ext cx="762000" cy="152400"/>
          </a:xfrm>
          <a:prstGeom prst="rightArrow">
            <a:avLst/>
          </a:prstGeom>
          <a:solidFill>
            <a:srgbClr val="00206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6400800" y="5410200"/>
            <a:ext cx="1981200" cy="5334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Error :</a:t>
            </a:r>
          </a:p>
          <a:p>
            <a:pPr algn="ctr"/>
            <a:r>
              <a:rPr lang="en-US" dirty="0" smtClean="0"/>
              <a:t>Insufficient cash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5334000" y="5334000"/>
            <a:ext cx="762000" cy="228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No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 rot="10800000" flipH="1" flipV="1">
            <a:off x="685800" y="3771900"/>
            <a:ext cx="2133600" cy="38100"/>
          </a:xfrm>
          <a:prstGeom prst="line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rot="5400000">
            <a:off x="1294606" y="5334000"/>
            <a:ext cx="3048794" cy="794"/>
          </a:xfrm>
          <a:prstGeom prst="line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Card reader </a:t>
            </a:r>
          </a:p>
          <a:p>
            <a:r>
              <a:rPr lang="en-US" dirty="0" smtClean="0"/>
              <a:t>Keypad &amp; touch screen </a:t>
            </a:r>
          </a:p>
          <a:p>
            <a:r>
              <a:rPr lang="en-US" dirty="0" smtClean="0"/>
              <a:t>Controller unit</a:t>
            </a:r>
          </a:p>
          <a:p>
            <a:r>
              <a:rPr lang="en-US" dirty="0" smtClean="0"/>
              <a:t>Cash &amp; coin dispenser</a:t>
            </a:r>
          </a:p>
          <a:p>
            <a:r>
              <a:rPr lang="en-US" dirty="0" smtClean="0"/>
              <a:t>Bank server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      Target market </a:t>
            </a:r>
            <a:br>
              <a:rPr lang="en-US" dirty="0" smtClean="0"/>
            </a:b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dirty="0" smtClean="0"/>
              <a:t>Banks</a:t>
            </a:r>
          </a:p>
          <a:p>
            <a:r>
              <a:rPr lang="en-US" dirty="0" smtClean="0"/>
              <a:t>Shopping Malls</a:t>
            </a:r>
          </a:p>
          <a:p>
            <a:r>
              <a:rPr lang="en-US" dirty="0" smtClean="0"/>
              <a:t>Railway stations</a:t>
            </a:r>
          </a:p>
          <a:p>
            <a:r>
              <a:rPr lang="en-US" dirty="0" smtClean="0"/>
              <a:t>Airports</a:t>
            </a:r>
          </a:p>
          <a:p>
            <a:r>
              <a:rPr lang="en-US" dirty="0" smtClean="0"/>
              <a:t>Retailers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Business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Service charge per transaction </a:t>
            </a:r>
          </a:p>
          <a:p>
            <a:r>
              <a:rPr lang="en-US" dirty="0" smtClean="0"/>
              <a:t>Installation fees</a:t>
            </a:r>
          </a:p>
          <a:p>
            <a:r>
              <a:rPr lang="en-US" dirty="0" smtClean="0"/>
              <a:t>Maintainance contracts</a:t>
            </a:r>
          </a:p>
          <a:p>
            <a:r>
              <a:rPr lang="en-US" dirty="0" smtClean="0"/>
              <a:t>Advertisements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Competitive Advantage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Faster service</a:t>
            </a:r>
          </a:p>
          <a:p>
            <a:r>
              <a:rPr lang="en-US" dirty="0" smtClean="0"/>
              <a:t>24x7 operation</a:t>
            </a:r>
          </a:p>
          <a:p>
            <a:r>
              <a:rPr lang="en-US" dirty="0" smtClean="0"/>
              <a:t>Less manpower</a:t>
            </a:r>
          </a:p>
          <a:p>
            <a:r>
              <a:rPr lang="en-US" dirty="0" smtClean="0"/>
              <a:t>Secure transaction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Feasibility and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Uses existing ATM technology</a:t>
            </a:r>
          </a:p>
          <a:p>
            <a:r>
              <a:rPr lang="en-US" dirty="0" smtClean="0"/>
              <a:t>Easy integration </a:t>
            </a:r>
          </a:p>
          <a:p>
            <a:r>
              <a:rPr lang="en-US" dirty="0" smtClean="0"/>
              <a:t>Low operation cost</a:t>
            </a:r>
          </a:p>
          <a:p>
            <a:r>
              <a:rPr lang="en-US" dirty="0" smtClean="0"/>
              <a:t>High demand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 Social &amp; economic Impact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Saves time </a:t>
            </a:r>
          </a:p>
          <a:p>
            <a:r>
              <a:rPr lang="en-US" dirty="0" smtClean="0"/>
              <a:t>Reduce banks workload </a:t>
            </a:r>
          </a:p>
          <a:p>
            <a:r>
              <a:rPr lang="en-US" dirty="0" smtClean="0"/>
              <a:t>Helps small businesses</a:t>
            </a:r>
          </a:p>
          <a:p>
            <a:r>
              <a:rPr lang="en-US" dirty="0" smtClean="0"/>
              <a:t>Improves cash circulation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Machine structure  </a:t>
            </a:r>
            <a:endParaRPr lang="en-US" dirty="0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600200"/>
            <a:ext cx="57912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73162"/>
          </a:xfrm>
        </p:spPr>
        <p:txBody>
          <a:bodyPr/>
          <a:lstStyle/>
          <a:p>
            <a:r>
              <a:rPr lang="en-US" sz="6000" dirty="0" smtClean="0"/>
              <a:t>    Conclusion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 smtClean="0"/>
              <a:t>ATM money changer machine is a practical, profitable and future-ready business solution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               </a:t>
            </a:r>
          </a:p>
          <a:p>
            <a:pPr>
              <a:buNone/>
            </a:pPr>
            <a:r>
              <a:rPr lang="en-US" dirty="0" smtClean="0"/>
              <a:t>                 </a:t>
            </a:r>
            <a:r>
              <a:rPr lang="en-US" sz="7200" dirty="0" smtClean="0">
                <a:latin typeface="Algerian" pitchFamily="82" charset="0"/>
              </a:rPr>
              <a:t>Thank you  </a:t>
            </a:r>
            <a:endParaRPr lang="en-US" sz="7200" dirty="0">
              <a:latin typeface="Algerian" pitchFamily="82" charset="0"/>
            </a:endParaRPr>
          </a:p>
        </p:txBody>
      </p:sp>
      <p:sp>
        <p:nvSpPr>
          <p:cNvPr id="2050" name="AutoShape 2" descr="C:\Users\Shree\Desktop\thank you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C:\Users\Shree\Desktop\thank you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3" name="AutoShape 5" descr="data:image/jpeg;base64,/9j/4AAQSkZJRgABAQAAAQABAAD/4gHYSUNDX1BST0ZJTEUAAQEAAAHIAAAAAAQwAABtbnRyUkdCIFhZWiAH4AABAAEAAAAAAABhY3NwAAAAAAAAAAAAAAAAAAAAAAAAAAAAAAAAAAAAAQAA9tYAAQAAAADTLQAAAAAAAAAAAAAAAAAAAAAAAAAAAAAAAAAAAAAAAAAAAAAAAAAAAAAAAAAAAAAAAAAAAAlkZXNjAAAA8AAAACRyWFlaAAABFAAAABRnWFlaAAABKAAAABRiWFlaAAABPAAAABR3dHB0AAABUAAAABRyVFJDAAABZAAAAChnVFJDAAABZAAAAChiVFJDAAABZAAAAChjcHJ0AAABjAAAADxtbHVjAAAAAAAAAAEAAAAMZW5VUwAAAAgAAAAcAHMAUgBHAEJYWVogAAAAAAAAb6IAADj1AAADkFhZWiAAAAAAAABimQAAt4UAABjaWFlaIAAAAAAAACSgAAAPhAAAts9YWVogAAAAAAAA9tYAAQAAAADTLXBhcmEAAAAAAAQAAAACZmYAAPKnAAANWQAAE9AAAApbAAAAAAAAAABtbHVjAAAAAAAAAAEAAAAMZW5VUwAAACAAAAAcAEcAbwBvAGcAbABlACAASQBuAGMALgAgADIAMAAxADb/2wBDAAMCAgICAgMCAgIDAwMDBAYEBAQEBAgGBgUGCQgKCgkICQkKDA8MCgsOCwkJDRENDg8QEBEQCgwSExIQEw8QEBD/2wBDAQMDAwQDBAgEBAgQCwkLEBAQEBAQEBAQEBAQEBAQEBAQEBAQEBAQEBAQEBAQEBAQEBAQEBAQEBAQEBAQEBAQEBD/wAARCAC7AU0DASIAAhEBAxEB/8QAHQAAAQUBAQEBAAAAAAAAAAAAAAIDBAUGAQcICf/EAFQQAAEDAgMEBQcJBAYGCAcAAAMAAgQFEwYSIwEHM0MIFCIyUxEVISRCY3MJMTRhYoOTo/BRUnKzFkGBgpLTJURxdKLDFxg1ODl2sfNkkZShwuPx/8QAFQEBAQAAAAAAAAAAAAAAAAAAAAL/xAAUEQEAAAAAAAAAAAAAAAAAAAAA/9oADAMBAAIRAxEAPwD8uk09LeNIybECFYPULJsU5/zjQNpD0vP9SYIgUk3EpR3oB6Qlp4ETOy4RAABn4isQALwx8tAAXHs0lfRaUTJqfhoKvIXw/wC4mDLRHiWwvFbtvVPLBzEFeNBE4lEH7pAzbQ8aeyfWkPB2EFcfUTL1NexRSDQIASyrQaqFYRH5w2vDQShkS7nbTI0XEDzHoz/UkDIuoFISVzOg0VKrgj08FArBSDDH+gSrn0QnvPdpudRyXiaZM4ydwZFRLSUOv52AptQk23x/oEsnI938NBBIeMdnVqp3+XKGqubBlQWXH6gfHHw1r51Kt6cgYxnGPUAqg8EsTSJqRScRiDOpkg1YTgWDafc5ahIG7Clk7jBphjO2nyIGHpj2k49R0HX9xToLCjyW++q7vrQ0MGtcJqWxoLFg7DGDGm8+X0XE+TmJj0+2goid/Ym3p95Exk94gYePI9Pv/wCWmCd9PnJ2/u0CM6YITsJdxMkJnQGf6kIU2DE7dwiAixbnrJP8ClMYV70tgLj/APlq+ptNuZxE7iBylUq49gh29T23q+ZBIPIPq1t5B3E9BpWR7yDjXGfbR1QpA9WHJuXOQQdtBUHH2z6g8g+YPiKklgIfP4Y1fHZcZxCZ+Zb00gFKzh4fY5ZH8O4gzUqLkZqCtsTI+/aWklwbbHjkd8ZNRVB4lvh8tBB7jPtrr7RFKYD3o028BOKQXY8RBXkUE7FaH+GossBfCQVmRPRSWzfEQdIG+29BarjBo77LqNRA2nLiNRH4iDqE1n2IQPjIlpm2i2g2VAqPnlgKTMk25scfqh/E92RPSx+IK28fEZ4axTFv6NUf6TwLRCAHUY49TOPTIPxEGXqsEgGPjE5fDVLb7C3h4NxjI0gVu3p9vlkWXnQSRDagiD/jQV2kPJ+ImOInJffeP7tMIEPUVPETPtoOM762dKBYpoCcN5NRZCKO/JYP3i2p9N7BXewMaBHD4eokZEcNJQZ8hEPSM/u0ghEDffSz99cTR7twiDiSj2FNiwtrNmwhR9t6AixcmrIU0Y87PiIYDlK0p0G/qan3aB+lU2+/mZFq4MGNkYXTJbJbtk1CE+GNFHpxSMYO6AfiXB21pQQRxQskkknZc5jP1xEEUg9F4pEYhGcu2QYyW/hquqQ77LQ41x4/YucO4rGUAumKPbyWyDtn/mXFSHHfewhBkGyRqfoiCKcck5rUgXYHy2KxBFts8dnM1Py1FBB63YGQcgjB/wDxFu394r4EWSCM+TaBfucBgPD94gqKlFIx/WRjINn2+GNZqcAo9Mcn+4Tw1q5RJPYEMfYGS52Cafw1SygCY98aR37iDO2Cj1BpA+/4ivj00r3stiIS4qs8QgPDJ9hBXHZ2NTUUI7FaZB+71FCOwuS57aCoOMqYVidQSDQSor84U+MZSJilE9ZteIrRnwkEXIV6WnPT4SMhUDdvPy0gg8nKTzEh/ukCGLqUjJ9aATkSXJp0lk6GW2cfDIm05k2IN+A8bEdNZNjiGM/DID3n64aq6lFHOY8XEeMf4ipKPUpNGqDJIx3GcOQDxB+GttUQRqkFlXpZOIO4PT/Wog8rIAoHvETvjRxFosRxBEZ5yji+Is1n+pAwRMP76cz7Ej20Fhhy2+sRbg7motQcmt94s3hjTrAFpX996BvJ7xItj/Ygn/AkoMykoSSIC4kP1Hv+Ih/zjU2LByMuE75ECIsHmEViNnctoGPOpQImd/2EC4MUkt61FGgySXyxy2z29Mlz8tRaVB7he/b1M9u4Na+nReqMZy2EJ+iIHoNKgsMzrBSZ7fjktp+UST1Z5ZEbmDtkIPTH+vDTwCCGzU4AxkJw+Gozz25On6vzBvZqW0EGWQd5hZFvqoyXBvHcHcVeSLG6ywpCjycS3c4am1F4zv6sSTxOI9/+YmIo4w3v6v4moRA5FAIfrw5Iwe74dy4rocSMx4CRx6Ax3M9wnDUUfWRhBpk0+Hn1LmmrG2I8Z86ZJ1+H4hBoM9OAI7JUmniGNhCEts8NVb2X/eW9Mj7nDWkPEyRnkkFHnuagyR9QnvFUEHrMIMXDJqHIO2QaBAIgiG6sONcYT21BqMEp2PJb4Y7hOWtREYOy8nEOQffJc4iROgiAHidvxEHmxwdz4dxVx2eIJa6sUog+IK3zFnjstseLhoKuWBVZx81Xbx9tiqzjzoIoyW3sV8N9x7Fnns7at6c+/GteGgnP765xElctoC2j2k4uaaBFtA0u2P8AYu5EDb9P3iXbzpxjC8tShgHk+HxEDYwcrxFaU6ueYJII0wmSFMJqZ+WTxERACJqDWexOe5PYPwxoNXUgdVe8nEiyOOD3aw9Vgkp0x8Yn3a0uHKx1oLKJM1DjZoZ+YPw1ExHTfVro/wDV9QZPEGgyD++nBjRxEu2gnUDsVUGrzFqCDEx79RZCCSxMYXwyLXm740EUmnk0kIekoMumiER39IasYkEvM75EBEgjZqEIrAbOVaQAFvOW321OAC49nEJ7tAwOJcyfmEt8NXdNpvbucNg+Xc1CKF1qk0uR5apNZnJxGA1CJg+Oy5P9Hwe345yaiDcUqDk4YuXcts/VtXb6rSKVGOIk4ZOYQku3+HqLxWdifEE5/rFSeP4GmP8ALVU/U1Sdt/20HtFS3jYbG8hRzhkeMmmwY9NUlR3qQSfRxSyfdjGvNEyg2794Qu3boAyXB8+QouzeFUQakekwY9vTZxNNZJdz7FA1D95OJOs3RkiDf/u40MxxiTJb6yDJbt8Aay42Ee9PguINJ/TjEg8nrINPlkjjR/TWrXmEkDgHt/vgVChWNYzeNVhseMlNiE6xxH6lxXEHevsHseORTjsZI5YLdv8A9xYBNXP8aD0oeKsLTtPrI4jycs47f/61Vzogj6sfXualwZLixIxpAzkA+5HKQfwyINDLi+GW37tVEsGRLHX5o7fWBDlsH++nyToNR0/o/wBgiCkIztp+nEtybXiIlxCMz3FF1BvueGg0Pt/2ruRcuXP4CLrO+gEZEq2JI0hs4vbQOewlj7nCSBkuaaeZ4aBxg+2z3imgYK8xRR9wamgIRjEE4FoD+KsFUj9bnnk+IRaWpTrDHlurIoBhO2wg8433NPIttDkCr1O6z5dm2aPTOzZ/s7/8D1iRj7DFKptSJSpjJI9TlkZ4g0DE6L1SY8RPE00jJ21pcSR48qMGrQCEeG3zPDVBb7fEQMrXZxS4YC8R9tZTJ9avqMS5Dt+GgWR+TUXXDF5eIlE770z5NrfQgq4MGxqk/wAatARexd4YPEJw1ClVKKDaPqmu/wDwDVXLlSZz/WJJCW0F0euU0DPVxEOb8MarJtZqU3OMknYxnDtg7A1GSRoEcNL9lBPhJBCFQcQk3Cpb+4g4u8RIYjOXtqAPeP8AqIjOP99fbG/Dpkb3d3uD90G6ncxvIl4dpWHt3GHyVF9HMza+RUDxNhC5ybPD2PGy3+/sIvaN7XSE330X5Mbc3vVo29LEcXGNbxbIh1KtinbRy5Me5VtMhPuB/hqx+Z1MgT6tOjUekRDzpks4wAjAY8jzEJt2bGMYzZ87/Kt9jLcBvq3ZYVh433kbsq/hWjzp3myO+sw+qFfIt57ewBNXZps27c9vyL6BF0od5O+Lod7zcJb194fnat4Ur2GqnQp0ySxlRIwkgrCM2P2dslvawZPLs1GZ3+X0L0Df9AxNjz5N/o10akxKpiPENYxBM2BjAGSXPlk9f7jNnlIT+zy/1IPgFDLS9Ox90X+kTuuw4zGG8Hc1iWhULsXJx4umHP3LmTh/eLzOMKRMkMgw4xDnkE2DGxg7j3k5bGIEoXtH/Ut6WHmF+JP+gHF9gY7hAdU9fGP/AHT6R+WvH4cCpVKeyk0+nSpU2QS2yKABHkeTw7aCJn+pIevQovR/36zqlSKHD3N4tkVWvxyTadCHST7ZEiMwmxhD28ly3c5j+wjet0d9+W5YEadvQ3X1/DcWa/ICTJh+rvf4ewg9PP8AYQN7tej7vv3yOG7dduqxNiOMWX5v2zYMB+2CORsZn2jJL4AtuR7OI/ZxNn7Vg6rBl0mdKpM8e0cmGckY7P3CD7BP/RfbHyRVVq7ulbFo3nOXtp3mGqH6p1h9i7p6lvuZ/rXy3VMD4xx5vVxDh/A+FKriOpkqdQIyFS4JJch42HJnJbHs8qDEAqJBs6sTUB4aQe2/UGRavG26TeluyjQi7yd22J8KMqe0nUPPdIkQdsraPJnt3WbLmxlwfl/j2Jjd7vKx3uoxTHxru5xNModajiIIM6Jt1GDIy2T/AOyCsp04bwsje2NSjnjAZqEyPJ++v026Vu+neD0leg1hXffuixRJptIp7i0jehQKbsyPukGMfkL6fLYG/bt25PTpyxv9hfJPQpJiSgb1arvIDjGq4YwlgmiyKtjOq059s5KWwgyDgMJt+d8uQyONmzy7CcTw0Hz+B+fPq3Laczr0/pB9Jvez0ksS/wBIN4dbJtgR5BCUqhg2bBxKUMmzuDH/AGD1CahE3u96MPSH3p0LbifAO6PEFUpL+5UdsdgAH+ASQ9nWPu0Hmd9OMepmKML4nwNWTYZxrh2q0CqxdnlPT6pEJEOzZ/ARW9O3Z7xajh+biun7u8SFoVLi9fnVXZTTsiAj+Jcfp8xBUgJ2EHONgdPvkSqFQMS4nOaHhfDlUq0pmTOOnQjyyDz8Phs//qjYqw5iPBeJJuE8X0WXRqvSyW5cKUO2cBPDIgq6qe4y34ir0s5L70WC8sREC8nYYmSDVhYKTIIY+H++mX0qc/lD/EQTcOS+2+kSOBI4dzlkUI4CgM8ZOIMltPRcMVuUZg49NId5OGxnMVrLpVanMDN8xyxk4Z9DTeTxEFJbUqlEyTLVy2wiCALF+kDJH+INMEH3C2uGguz6aYz7E/fG8LC+wRN5PfIMyk3EpCAQhCATWfYlvImUA9CEIBCEKAL7934f+ETuB/8AOkj+ZV18Gw4MqpygwYccxpMggxgCFmd7yP4bGf1r9MN9m4nfMb5Mrcnuyi7ssRzMUUjERqnUqWCnkJIgxn+cyZzs5fkZIH3/AJvL5FY/NEAxvexfotvW3j423c/Je7ituBsS1ChPr8+TTJxqcVwDmibSTH7QXB7bjGPeMdzJ3/J6fn8i/O2CI0qSGNDCQ5jvyMYwechCeGv0X6Te6beZTfk1Nx+GZe77EDalhaZJq1djbIBdj6XE2MlkuS/RobNQff8A/XZ5EFH8lNjPEGON4mO+j3jGqTqtg/F2D5hpUKYd5xsJcGO4Nj+5nGd/+3TXzD0Wd+VH6Nm+2mb063ggOLxUUMsMeC42yO9hSDyMOMm0ZNmx/wDZzP6l9NfI54KxXJ6QNa3ggoc9+G4OGplMNVdgX7InXHyIhGR8/wA1y328n1I+Th3KYfZ0ocV0vfRhB8THWGqV51wvhzEsF0f1t5dhNkiyT5yDHtY9mz9j3k2cPY/YHnvRS3ddJyrdKLA2/akbr8cxaZUMWR59RrhoErZHfTpcjZskbetH+kM6u9/p/rVJ08yyt13To3h1LdzUqhhqdEnxqmCXS5D4kiPIkU8BJBBkHtzj2kIQn9fMXoG73c50xsa9KrBW8vpHQcQ0yNh3HFKlzqvjCb1SDsJ11jxxIHotkuE2WxjiM2j7bOGPU2UPyk+7HeRVumZiyrwd3eJjQMWzKdAw+dlKO/ztIFT4gyDh+jX27CeXZp+VB658o1vX3mUPch0fMPU7HFcjQ8VYKFMre0M8rX1Q448PJtkH78j0kI/U9Gfbc+dUvQoxBWt7nQ16TW6DHNSPVaNhjDvn6itlFeTbBk9XmE09r+GPYSIB+TZ73xNqsvlQd3GPafuu3CPkYNrG2HgrBjKfXZzYr3w4Ekg4YGDIfhsfcHt2Lnyam7nHmzo59JPEDcG1k8HFmENtOoT2QibfOsgcaoMIKJ6NfbcexnlZt29vbs2fOg83+SF/74EX/wAs1H/lp2s7mMSdE2HU+k1vc3ezpeIaliCZDwTR5MfPAiSNhXk84VR4tP0fOCLc8pHj27dvYYtP8k3uw3i0XpVVms1vBVapcPDVHqFLqx5NPeMcSbtID1Mj37PQf3ff2bPqUro471Y277HeN+h10t8Mz6Xu33nTTkiR69HJFJR5Eg77EjV+jjJtt7bnLIwZPRqPQfDWOd4OM95mJJeLMf4nqFfrM1+c0mcZzyeTy/N83YZ6e4xZnJsXvnSg6I+8bovY/nYbxJTpcnDckxdlBxAMPq9Sj+XsbM/zDPk4g/2+71F4uylDe/xPvEH0l0B+kjD3Hb0zYQx4NkvdnvHF5gxRBkN2vjjueVg5GT7FzIT3ZCfPttra9N/BOHOiZSA9FPd7NkyI2JKmXG2IaiZmwRTx7hAUin7X7OIOONhCE8vEI/Pp+TyL5x3R7rsXbxt4lEwngPC86s1Y86O+zDjkLbGw49hDk8MY8/bITTX2V8rTuyxrUekALeOPCFZJhWPhql08lb6oTqIpHWD6d/5s+oP/ABoPnvoJbmqLv86S+FcD4nHsPh+H1ir1YG3nxwdvq/8AAQm0Y3+7uJjpx7zq7vL6SuNotRI7zLhCrScMUGnN04kKFDJYYwA9noHct7SejxFb9CrepD6OnSCw3vKr4n/0fKORS6y9g9QEOR/rH3ZLZPhjIvQemb0YccR9+dc3kbt8M1bG+Cd5E4uJKLWMOwX1MBSS9QgM8cb7ZOsbX2/EHt+Ig9AoVNF0r/k08QYpx367jbcdKmjpNak7bsssAAhSLBSe2N8c5B/PyBv2qL0f8V4vxb8ml0g4uJsU1usto5I9LpoJs4pxwYgxx7YAMJ6BD+wxPAPJ6LfQXrO5HE7SRd5G+GpFnyqE/j0OlkHHHt64PlkfHBw+J6x7t6sOhPh/ZvC6NHSE6PtOltHiPEUMdXpMR5Mj5WzaC3kZ/sJHGz7xiD5w6CtfxjhrpRbvKRSMWVqk0+v4khx6tFgzyRwThj2veMZxj26g/dkXOnVSCTOmFvWLb9Hn30f/AE8de09Fno0b1MOdITAuLsW4Il4JoVBxDHe6XiiI+m35PbGOJEYXtyDk9PD8o/RczqN0xt3uLad0ksd4pq+DqzSqdXK8QlMnHiZI88Y48cZCD8TUtoPjQGH/AAxf31YjwxJvWtRepxMHD7YrlxhPDHpqdBoYhvfJtEGwemTJxLiDy8eFSv1Y+ozwxjU2Dgot5mnc/gXqEWm0gcYBbRyAITU09T8NTQQYzObfAMdvOQaDzam4HJ2C3exIuccfDV2CgSRhtEGfUJxwaa1GSMd7CagGfDUqKPv27g2E1LiDNDpV/Pctnuer5DjUKTuvoFQbsZLpsdko/wC2PY/4xk4i2pD38lvU1OIQn4ZEi5GiaugRlvUYTU+7QeWTt0kYcYfm+pS4mp2L474x/h6ioC7scbNd5B02NOH7BY0sOTbs++7a9uOcQPWRiPAuDJ2BqukSYJDO29QjSPT35MbK/wD+SD5UQlJKASmJKUzvoGHpC4/vrqAQhCAQhiXYUDoyW3sIMjxvH3HsV9/S/Fr27Nr8WVkmf9s4/wDmKj005nL4qsDNPIUZcj/sEVrKxfiWUJ0eZiSqnAbsPGSccgyfmelVV8nipY6jNZwyfloJ0CuYjpourUir1KAAj7mQEsjB/lro6niQdZbXxVucypgIMjJ3Wn9YYT+PiKOyuTWcoBPuFOZXoJvKKbTnjZ++An/4EQWGI8cbx8cGiyca4/xLXjw/oZKjUzyyA+HcJpqEar4llSYsmXX6q80N+cD3yyXAE934auIJcJ1J/oqJIvkeNjGSuwT/AC1cxcMxnxus9ZGRnL1NMlzTGgzb52IKqF8KoV+pSAk5Z5ZCD/mJyDMxTBjNjQ63UokVncYCcRgx/djItUTDJYoSXNPh3NO2n2UojNMhbdsmpbIgy8TbiWO83V8QVUd8l09ic9lwniE1PzEeZqlUjPk1CSeWcnEIclwhPvCLc+ZowHsFM5fDIwalDgivPt3M4yW8lu4gyb6VW5zGQiTp8sA+AN8ghBj+GMiAYcIR9q32CD5fMWv83DGx4pGmAfMBHJpqbEAIZmcvrBNPIP8ALQZem0ogDf6PnEiHJ+5IIP8AMV95tqUpn+lK3LOAfsHlnJHVpBBBHnFHhW5Q/bZzFYxSdwgyXwDJqXB2/wD20FCChwe2TTyDt6gx3La0OFcTY7wlnhYLxtiWhAkahIlKqciIO592TiJHVY1lmqQlwmnnHpjJ4nw1KlH61pzBdgmn7tBCJBjSn9dkVIkuVIuEPcIQhLniE8QieA+pQakyt0urnpkoZOsDlxRkHIAT4g/E+InwfQH2xjz2x6fEIQaQOUVhgDkFtkIO5p+Igt6xiev4qnxalizEGJa1NjjtjlzqnIPIGPwxkJw0Z507IWYSXLYMfq9+RcsfDuKkvxiMf1ch8/MGxIJUiskg6wUZGcO4Anf94gtDzhggP6wPsE4bB+Inzyozw6gh5x/SLfEVISdkz9YjDvk5l/h/E5ainrMYd/StvkcPl6nM+7QaG/G6ywQ5IyP8ceoMYycxMxZcYgXiHJGNhLfM07izRK4JnVREEAkUepcZpqul1zJf9SIS4TTPb5aDWeeSxGPISSO2PTuEuW1FJiONEf1Elwj+WPlrJnnEnB0xX2E4b2EJxLirzyxHYwviE0x3OINBq/6TCY88kc3QkDt8O4Mn+WmP6VZA9W6sMBxkIPsEWbee+G0O3kt9wnhj93+vzEwAZCRjkuj09QdvUuDuIL49ZKd4LZbjyE4nhoiGqcgVyMXsKoICT1N5CDt3Lki5yyJThMqDWu2HIEY9mRjbg/mQeMoQhAI5ZEJs/cQMoQhAJdhLGC2n/ioGLff/AHEpOvSEAkpSSgEIQgEIQgT31Kg1GdSjMk0+SQD/ALCjoQbGk7yalCs+cYY5TB2x9jTJbW1oeO6TVTaZYl8nIJocvlrxtJQfQ46zTR1LUzgfb9sfEGnxkFktk1CE1CEYPUXhVOxdiClBZGHNeeKPkH1BrX0rHdNOxgiSZFJlXNO4Qh4nE/EGg9JHLtvBGuHO8nEJc5iXcGcLBEGTJHJc4nM5izYK5Ni5yTNSLIua49SGf7xTevRjvfJGS2fmPIT3aC+63GYZluSAbOWwnifzEHl2HvESMMh+JcZc1FQzqqXXJMkkuE1B3P5iDztZluSQjJA+GMnMIgvutZ41sdzIPh2CctHnXO84x3B3OIQg9Qfiaizw51tjNXtk4hCE4abJOIM2pYyEJqE4ZEGsOQY+ql69ceMdztqLKqQpZmdXpt8lvge8J4ayEucQ7GeskJ9h5Lg/hjUV9Sk59QttnEHn8NBqD1mNEsikcziPfqafxFClVLR6sMox2/1xFmiThczmE9gdzUQed2+IPU4lz9fr8RBdnqRLOoUl/mHIRMedZJH248mOM4yfifr9cxVY39aM8oxEHcHqDt27H4n6/MSyDL9CkSbjLffYPU/WmgcOcnDtW/sXP1+vvEt7Cn9ZIMme5pjITufd/r8tMW8gQCkEsHIPU0+InJdrh9dHqDuEIQdtAxc60+7ItgYMfMj6n6/Xhqawc0bGerHjnuWx6H8siZ68MbDwZAz5yaZFFeexJZ6ycdsdsn65iC0eySML+sFOR49O/c09RLefRZwxvHbGPrY/y/DtqkviYExYcbtx9PiaY/8AMGmSTiMsF1B/YeguvPhAP9Xt5+IMfh/DGoE/bMluHsa+S3YJmTyNGoBJVxjJNrseGoV8Psg2u2ftcgxSEZEtAZPrUU/fUpQiEzoBSmAyantpsAOb5VLyFQNpaMmxIQD0hLyfWkIBGRCECUISkAkoQgEIQgEISe/pjQGq9P6bPePSHkGDTH302zUUCyptcq9E2v2U+S8bCcQBO2Mn9xaunYpocs4RHjMoRicQjO3EJ92sMPsMukTZCZ33UHqHnGdTbHnAUSXFt6ZxkuD1P5aItZjHyEHbBb5du4Nee0auVWhnuQJG1mwnfG9mcb/7i0MWuUio+S5tfRppCd8f0R/3fLVjUAlyWPtWxkHc9vmJt5Kbnt6nhj5irBy5NOfarEYeQmmM7Caf4imgJGOxluSS3buaY+IRA4y6d7B8M+p+v1/zEvqoiXykIQlz2yctLlgknY+5BGQ4+Wf8RMAHke/VB4hCDuDJb5g0EoYCZNMVxkjiZ0yOJo6mo8hO+TljQN/bYXrJMhCabBjt3B+7uIIQsRj7hR57mnbHy/1y0C2EuSQTZBCEPct3GE1PzE+OWJ7GdYEAjx8y3w1BfUZIwyhRyjIwhLhLemP9aiiklySGZJJJHp8xnLQTiHLZJGGUZ9TUY8fDTZD5IZB3f9Y7hOWos6dffKIQo74+HbTMudJlsBc1OWN7/DQSnnkgYy3bsEH4iivOVjBi6yT+B5OYmHn7b7hR54+oPTTZHjssHqEucRA+S6cz5I9fUtkYMdtMnJbMcg7efh20xKnDI8JSXNNMZxZ/5ZEEo+pq6enzLiYLI2ud5Xuc/b+13zqN7DLemmMzTds3e2oK5CEPQIPwXl5iYigv6nsDUp4L+SMPmJ+wMemPuDQIuLq5b7aCIG8/cQhCASMn1oQgQl5PrRb90hAhCEIBJSklAJXESUn2kB33oeS3pjQTT0xoGAuRADT+QQ2XUW7bLhO4opzkO9AHIUj1xdGNcUB5JuJSa+GgsadXKlSvKOOX1YnEAThk+7VwCo0mo7LsOR5slD5BH+rk/wAtZb2/7FxWPQAVgg5LIVQjDgv4gz8S595zFOGcssLCR7ZH3NTJxFg4tVkxQ9XuXwbdOw/tq0injHYwlLK8D7nAlcP8RBoZUrIb1iSC/c0/V/5aQS32ydZ7FvUYTTIq6LUhxXkjVCNbOnyDF2JMeT1jlk8RA9ft5LlvU9gaHnEfOUYhjtqL6yTP+/zCeGkcfVGS4y5qD8NA/f7bJPiE5ibfde99u54Y7ZNNRb9tn0kg2eGjUz8vIgce/uXO+PlvTecud9vTTLyCGwghj4ib9jT/ADOYgCH5qCPKTVJzEyQnLQ8nvUCyE90mMmf058v1ITn4aCLbQRnbVhWQij1eVHCzYwbCE2Nbs+bZqKLF+mM+Igf6qSCy2TjyP5aQQan1Hb6+dREEd7EyTuJ7Z3HpKCOhOE7j037D0AkIS0CHoXfJ31zZ3HoEIXSbNmdBNiDiSlI+ZiBu2nCael7a6PZsyJsHfQPAAn3vHFZcIpUT05PKqWU93WSelBw5ySuIjJsSR7NiVzBoOLrPdo5hFOB6MnkQMMAUnLTzIPvFZDa3J8ybf7aCC+2BRT8tTiKDL77EB7Kfez1O592mB9xSj/8AY7PjoOxaqRgdsaQIcgPl7j+//jU2LKHsyFp8228epYeqR6H+2g1HnW4zq0gdh/2OYl6pGcQZOZnVVRNu2WI7JOo238zk3TpB9hvQV3E/agtnvH2Osf8AAmOJ/GpHk2KJ7SBZCctM+x8Ndf8AM9K/cQIuf4Fxd9j+xD/nftQcSEMRIc5jmtbt8mzLsQf/2Q==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147</TotalTime>
  <Words>199</Words>
  <Application>Microsoft Office PowerPoint</Application>
  <PresentationFormat>On-screen Show (4:3)</PresentationFormat>
  <Paragraphs>71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Metro</vt:lpstr>
      <vt:lpstr>  MONEY CHANGER MACHINE</vt:lpstr>
      <vt:lpstr>Problem Identification</vt:lpstr>
      <vt:lpstr>Proposed solution</vt:lpstr>
      <vt:lpstr>       Working process </vt:lpstr>
      <vt:lpstr>System Architecture</vt:lpstr>
      <vt:lpstr>       Target market   </vt:lpstr>
      <vt:lpstr>     Business Model</vt:lpstr>
      <vt:lpstr>   Competitive Advantage</vt:lpstr>
      <vt:lpstr> Feasibility and Implementation</vt:lpstr>
      <vt:lpstr>  Social &amp; economic Impact</vt:lpstr>
      <vt:lpstr>     Machine structure  </vt:lpstr>
      <vt:lpstr>    Conclusion 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MONEY CHANGER MACHINE</dc:title>
  <dc:creator>Shree</dc:creator>
  <cp:lastModifiedBy>Shree</cp:lastModifiedBy>
  <cp:revision>11</cp:revision>
  <dcterms:created xsi:type="dcterms:W3CDTF">2026-01-02T10:49:33Z</dcterms:created>
  <dcterms:modified xsi:type="dcterms:W3CDTF">2026-01-02T13:16:34Z</dcterms:modified>
</cp:coreProperties>
</file>